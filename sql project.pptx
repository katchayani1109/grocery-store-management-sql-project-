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0" r:id="rId3"/>
    <p:sldId id="261" r:id="rId4"/>
    <p:sldId id="278" r:id="rId5"/>
    <p:sldId id="281" r:id="rId6"/>
    <p:sldId id="263" r:id="rId7"/>
    <p:sldId id="265" r:id="rId8"/>
    <p:sldId id="296" r:id="rId9"/>
    <p:sldId id="266" r:id="rId10"/>
    <p:sldId id="267" r:id="rId11"/>
    <p:sldId id="284" r:id="rId12"/>
    <p:sldId id="282" r:id="rId13"/>
    <p:sldId id="283" r:id="rId14"/>
    <p:sldId id="285" r:id="rId15"/>
    <p:sldId id="276" r:id="rId16"/>
    <p:sldId id="295" r:id="rId17"/>
    <p:sldId id="259" r:id="rId18"/>
    <p:sldId id="294" r:id="rId19"/>
    <p:sldId id="286" r:id="rId20"/>
  </p:sldIdLst>
  <p:sldSz cx="12192000" cy="6858000"/>
  <p:notesSz cx="6858000" cy="9144000"/>
  <p:embeddedFontLs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B8F1B-23FF-4EE0-AFFC-903359D3B8DB}" v="50" dt="2026-04-03T04:07:24.306"/>
    <p1510:client id="{D86131A4-30D9-4D13-A560-0D5E1A2A1F1D}" v="74" dt="2026-04-03T07:28:3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ra katchayni" userId="d02a193ced44d845" providerId="LiveId" clId="{82A3187F-3D95-4884-AEE5-975A7244648D}"/>
    <pc:docChg chg="custSel addSld delSld modSld sldOrd">
      <pc:chgData name="Borra katchayni" userId="d02a193ced44d845" providerId="LiveId" clId="{82A3187F-3D95-4884-AEE5-975A7244648D}" dt="2026-04-03T07:34:29.575" v="2111" actId="2696"/>
      <pc:docMkLst>
        <pc:docMk/>
      </pc:docMkLst>
      <pc:sldChg chg="addSp modSp">
        <pc:chgData name="Borra katchayni" userId="d02a193ced44d845" providerId="LiveId" clId="{82A3187F-3D95-4884-AEE5-975A7244648D}" dt="2026-04-03T04:51:58.827" v="449" actId="14100"/>
        <pc:sldMkLst>
          <pc:docMk/>
          <pc:sldMk cId="3991027905" sldId="263"/>
        </pc:sldMkLst>
        <pc:picChg chg="add mod">
          <ac:chgData name="Borra katchayni" userId="d02a193ced44d845" providerId="LiveId" clId="{82A3187F-3D95-4884-AEE5-975A7244648D}" dt="2026-04-03T04:51:58.827" v="449" actId="14100"/>
          <ac:picMkLst>
            <pc:docMk/>
            <pc:sldMk cId="3991027905" sldId="263"/>
            <ac:picMk id="1026" creationId="{958D9454-D571-0ECC-556C-1C51FCFFD33A}"/>
          </ac:picMkLst>
        </pc:picChg>
      </pc:sldChg>
      <pc:sldChg chg="addSp delSp modSp mod">
        <pc:chgData name="Borra katchayni" userId="d02a193ced44d845" providerId="LiveId" clId="{82A3187F-3D95-4884-AEE5-975A7244648D}" dt="2026-04-03T04:58:44.775" v="468" actId="1076"/>
        <pc:sldMkLst>
          <pc:docMk/>
          <pc:sldMk cId="296424644" sldId="265"/>
        </pc:sldMkLst>
        <pc:spChg chg="mod">
          <ac:chgData name="Borra katchayni" userId="d02a193ced44d845" providerId="LiveId" clId="{82A3187F-3D95-4884-AEE5-975A7244648D}" dt="2026-04-03T04:58:27.964" v="466" actId="14100"/>
          <ac:spMkLst>
            <pc:docMk/>
            <pc:sldMk cId="296424644" sldId="265"/>
            <ac:spMk id="5" creationId="{8CBABC51-E6DE-FD43-74F8-6AC7547F18CD}"/>
          </ac:spMkLst>
        </pc:spChg>
        <pc:picChg chg="add mod">
          <ac:chgData name="Borra katchayni" userId="d02a193ced44d845" providerId="LiveId" clId="{82A3187F-3D95-4884-AEE5-975A7244648D}" dt="2026-04-03T04:58:44.775" v="468" actId="1076"/>
          <ac:picMkLst>
            <pc:docMk/>
            <pc:sldMk cId="296424644" sldId="265"/>
            <ac:picMk id="4" creationId="{7BD7D618-B8B5-8CF2-FBB0-AFF0EA95A596}"/>
          </ac:picMkLst>
        </pc:picChg>
        <pc:picChg chg="add del mod">
          <ac:chgData name="Borra katchayni" userId="d02a193ced44d845" providerId="LiveId" clId="{82A3187F-3D95-4884-AEE5-975A7244648D}" dt="2026-04-03T04:54:09.699" v="455" actId="478"/>
          <ac:picMkLst>
            <pc:docMk/>
            <pc:sldMk cId="296424644" sldId="265"/>
            <ac:picMk id="2050" creationId="{E53D30E1-0C25-BF70-687F-2AAA22DE19A2}"/>
          </ac:picMkLst>
        </pc:picChg>
      </pc:sldChg>
      <pc:sldChg chg="addSp modSp mod">
        <pc:chgData name="Borra katchayni" userId="d02a193ced44d845" providerId="LiveId" clId="{82A3187F-3D95-4884-AEE5-975A7244648D}" dt="2026-04-03T05:51:56.167" v="855" actId="255"/>
        <pc:sldMkLst>
          <pc:docMk/>
          <pc:sldMk cId="3244275708" sldId="266"/>
        </pc:sldMkLst>
        <pc:spChg chg="mod">
          <ac:chgData name="Borra katchayni" userId="d02a193ced44d845" providerId="LiveId" clId="{82A3187F-3D95-4884-AEE5-975A7244648D}" dt="2026-04-03T05:38:02.415" v="773" actId="27636"/>
          <ac:spMkLst>
            <pc:docMk/>
            <pc:sldMk cId="3244275708" sldId="266"/>
            <ac:spMk id="2" creationId="{A3E33525-D926-CE9E-E017-A7BE8655ED3C}"/>
          </ac:spMkLst>
        </pc:spChg>
        <pc:spChg chg="mod">
          <ac:chgData name="Borra katchayni" userId="d02a193ced44d845" providerId="LiveId" clId="{82A3187F-3D95-4884-AEE5-975A7244648D}" dt="2026-04-03T05:51:56.167" v="855" actId="255"/>
          <ac:spMkLst>
            <pc:docMk/>
            <pc:sldMk cId="3244275708" sldId="266"/>
            <ac:spMk id="4" creationId="{3B15DCCC-4D7B-11A3-E7AE-A55D7E9A484F}"/>
          </ac:spMkLst>
        </pc:spChg>
        <pc:picChg chg="add mod">
          <ac:chgData name="Borra katchayni" userId="d02a193ced44d845" providerId="LiveId" clId="{82A3187F-3D95-4884-AEE5-975A7244648D}" dt="2026-04-03T05:27:02.082" v="618" actId="1076"/>
          <ac:picMkLst>
            <pc:docMk/>
            <pc:sldMk cId="3244275708" sldId="266"/>
            <ac:picMk id="5" creationId="{5D8F158E-A6BB-6CB3-E3D5-E5EA26928E1D}"/>
          </ac:picMkLst>
        </pc:picChg>
        <pc:picChg chg="add mod">
          <ac:chgData name="Borra katchayni" userId="d02a193ced44d845" providerId="LiveId" clId="{82A3187F-3D95-4884-AEE5-975A7244648D}" dt="2026-04-03T05:27:06.478" v="619" actId="1076"/>
          <ac:picMkLst>
            <pc:docMk/>
            <pc:sldMk cId="3244275708" sldId="266"/>
            <ac:picMk id="7" creationId="{180781FB-6042-84E7-DD4E-97FD814C8907}"/>
          </ac:picMkLst>
        </pc:picChg>
        <pc:picChg chg="add mod">
          <ac:chgData name="Borra katchayni" userId="d02a193ced44d845" providerId="LiveId" clId="{82A3187F-3D95-4884-AEE5-975A7244648D}" dt="2026-04-03T05:27:18.691" v="621" actId="1076"/>
          <ac:picMkLst>
            <pc:docMk/>
            <pc:sldMk cId="3244275708" sldId="266"/>
            <ac:picMk id="9" creationId="{C8364F7E-1923-9EE7-8F2C-FACD64FF0F93}"/>
          </ac:picMkLst>
        </pc:picChg>
        <pc:picChg chg="add mod">
          <ac:chgData name="Borra katchayni" userId="d02a193ced44d845" providerId="LiveId" clId="{82A3187F-3D95-4884-AEE5-975A7244648D}" dt="2026-04-03T05:26:36.625" v="613" actId="1076"/>
          <ac:picMkLst>
            <pc:docMk/>
            <pc:sldMk cId="3244275708" sldId="266"/>
            <ac:picMk id="11" creationId="{1D4090A8-10A4-0416-B881-35D8656457CA}"/>
          </ac:picMkLst>
        </pc:picChg>
      </pc:sldChg>
      <pc:sldChg chg="addSp delSp modSp mod">
        <pc:chgData name="Borra katchayni" userId="d02a193ced44d845" providerId="LiveId" clId="{82A3187F-3D95-4884-AEE5-975A7244648D}" dt="2026-04-03T05:46:46.195" v="823" actId="1076"/>
        <pc:sldMkLst>
          <pc:docMk/>
          <pc:sldMk cId="3268474259" sldId="267"/>
        </pc:sldMkLst>
        <pc:spChg chg="mod">
          <ac:chgData name="Borra katchayni" userId="d02a193ced44d845" providerId="LiveId" clId="{82A3187F-3D95-4884-AEE5-975A7244648D}" dt="2026-04-03T05:28:38.673" v="649" actId="14100"/>
          <ac:spMkLst>
            <pc:docMk/>
            <pc:sldMk cId="3268474259" sldId="267"/>
            <ac:spMk id="2" creationId="{F07B0041-6786-98A5-A78C-5FFC636E6C5B}"/>
          </ac:spMkLst>
        </pc:spChg>
        <pc:spChg chg="add del mod">
          <ac:chgData name="Borra katchayni" userId="d02a193ced44d845" providerId="LiveId" clId="{82A3187F-3D95-4884-AEE5-975A7244648D}" dt="2026-04-03T05:34:58.897" v="752" actId="478"/>
          <ac:spMkLst>
            <pc:docMk/>
            <pc:sldMk cId="3268474259" sldId="267"/>
            <ac:spMk id="6" creationId="{31E9FB62-D841-0B29-613C-0E8E9F430639}"/>
          </ac:spMkLst>
        </pc:spChg>
        <pc:spChg chg="add mod">
          <ac:chgData name="Borra katchayni" userId="d02a193ced44d845" providerId="LiveId" clId="{82A3187F-3D95-4884-AEE5-975A7244648D}" dt="2026-04-03T05:38:17.072" v="775" actId="14100"/>
          <ac:spMkLst>
            <pc:docMk/>
            <pc:sldMk cId="3268474259" sldId="267"/>
            <ac:spMk id="8" creationId="{2E225573-9760-32AB-12B0-BF268BDB61B8}"/>
          </ac:spMkLst>
        </pc:spChg>
        <pc:spChg chg="del mod">
          <ac:chgData name="Borra katchayni" userId="d02a193ced44d845" providerId="LiveId" clId="{82A3187F-3D95-4884-AEE5-975A7244648D}" dt="2026-04-03T05:30:06.297" v="654"/>
          <ac:spMkLst>
            <pc:docMk/>
            <pc:sldMk cId="3268474259" sldId="267"/>
            <ac:spMk id="10" creationId="{0AF21342-FF3B-A195-33FF-DA36CFC36F5B}"/>
          </ac:spMkLst>
        </pc:spChg>
        <pc:picChg chg="add del">
          <ac:chgData name="Borra katchayni" userId="d02a193ced44d845" providerId="LiveId" clId="{82A3187F-3D95-4884-AEE5-975A7244648D}" dt="2026-04-03T05:30:06.294" v="652" actId="478"/>
          <ac:picMkLst>
            <pc:docMk/>
            <pc:sldMk cId="3268474259" sldId="267"/>
            <ac:picMk id="4" creationId="{4256E4C6-0751-5855-0A79-97BE95C17CAC}"/>
          </ac:picMkLst>
        </pc:picChg>
        <pc:picChg chg="add mod">
          <ac:chgData name="Borra katchayni" userId="d02a193ced44d845" providerId="LiveId" clId="{82A3187F-3D95-4884-AEE5-975A7244648D}" dt="2026-04-03T05:46:34.080" v="819" actId="1076"/>
          <ac:picMkLst>
            <pc:docMk/>
            <pc:sldMk cId="3268474259" sldId="267"/>
            <ac:picMk id="11" creationId="{CE952C4E-7AA0-21E9-C293-1C51EA031C7C}"/>
          </ac:picMkLst>
        </pc:picChg>
        <pc:picChg chg="add mod">
          <ac:chgData name="Borra katchayni" userId="d02a193ced44d845" providerId="LiveId" clId="{82A3187F-3D95-4884-AEE5-975A7244648D}" dt="2026-04-03T05:46:37.237" v="820" actId="1076"/>
          <ac:picMkLst>
            <pc:docMk/>
            <pc:sldMk cId="3268474259" sldId="267"/>
            <ac:picMk id="13" creationId="{B9F823E9-CB29-4FC4-0A9A-07C6839E74CD}"/>
          </ac:picMkLst>
        </pc:picChg>
        <pc:picChg chg="add mod">
          <ac:chgData name="Borra katchayni" userId="d02a193ced44d845" providerId="LiveId" clId="{82A3187F-3D95-4884-AEE5-975A7244648D}" dt="2026-04-03T05:46:40.975" v="821" actId="1076"/>
          <ac:picMkLst>
            <pc:docMk/>
            <pc:sldMk cId="3268474259" sldId="267"/>
            <ac:picMk id="15" creationId="{D8346A38-CC69-FBA0-4C29-E5415D444A2A}"/>
          </ac:picMkLst>
        </pc:picChg>
        <pc:picChg chg="add mod">
          <ac:chgData name="Borra katchayni" userId="d02a193ced44d845" providerId="LiveId" clId="{82A3187F-3D95-4884-AEE5-975A7244648D}" dt="2026-04-03T05:46:43.876" v="822" actId="1076"/>
          <ac:picMkLst>
            <pc:docMk/>
            <pc:sldMk cId="3268474259" sldId="267"/>
            <ac:picMk id="17" creationId="{6A7E3D7F-F22F-41D7-0F4E-519B68146C71}"/>
          </ac:picMkLst>
        </pc:picChg>
        <pc:picChg chg="add mod">
          <ac:chgData name="Borra katchayni" userId="d02a193ced44d845" providerId="LiveId" clId="{82A3187F-3D95-4884-AEE5-975A7244648D}" dt="2026-04-03T05:46:46.195" v="823" actId="1076"/>
          <ac:picMkLst>
            <pc:docMk/>
            <pc:sldMk cId="3268474259" sldId="267"/>
            <ac:picMk id="19" creationId="{40012C9A-C685-75F9-DDF9-CAB90111AB95}"/>
          </ac:picMkLst>
        </pc:picChg>
      </pc:sldChg>
      <pc:sldChg chg="modSp mod">
        <pc:chgData name="Borra katchayni" userId="d02a193ced44d845" providerId="LiveId" clId="{82A3187F-3D95-4884-AEE5-975A7244648D}" dt="2026-04-03T07:02:21.110" v="1812" actId="20577"/>
        <pc:sldMkLst>
          <pc:docMk/>
          <pc:sldMk cId="1644687032" sldId="276"/>
        </pc:sldMkLst>
        <pc:spChg chg="mod">
          <ac:chgData name="Borra katchayni" userId="d02a193ced44d845" providerId="LiveId" clId="{82A3187F-3D95-4884-AEE5-975A7244648D}" dt="2026-04-03T06:56:57.795" v="1782" actId="14100"/>
          <ac:spMkLst>
            <pc:docMk/>
            <pc:sldMk cId="1644687032" sldId="276"/>
            <ac:spMk id="2" creationId="{ECCB9DEF-89CA-A2D6-D3EC-477F8E778C84}"/>
          </ac:spMkLst>
        </pc:spChg>
        <pc:spChg chg="mod">
          <ac:chgData name="Borra katchayni" userId="d02a193ced44d845" providerId="LiveId" clId="{82A3187F-3D95-4884-AEE5-975A7244648D}" dt="2026-04-03T07:02:21.110" v="1812" actId="20577"/>
          <ac:spMkLst>
            <pc:docMk/>
            <pc:sldMk cId="1644687032" sldId="276"/>
            <ac:spMk id="4" creationId="{B3B7422F-A42C-D0BC-BCC8-74FDAE65E36E}"/>
          </ac:spMkLst>
        </pc:spChg>
      </pc:sldChg>
      <pc:sldChg chg="modSp mod">
        <pc:chgData name="Borra katchayni" userId="d02a193ced44d845" providerId="LiveId" clId="{82A3187F-3D95-4884-AEE5-975A7244648D}" dt="2026-04-03T04:43:21.912" v="392" actId="20577"/>
        <pc:sldMkLst>
          <pc:docMk/>
          <pc:sldMk cId="155252770" sldId="278"/>
        </pc:sldMkLst>
        <pc:spChg chg="mod">
          <ac:chgData name="Borra katchayni" userId="d02a193ced44d845" providerId="LiveId" clId="{82A3187F-3D95-4884-AEE5-975A7244648D}" dt="2026-04-03T04:43:21.912" v="392" actId="20577"/>
          <ac:spMkLst>
            <pc:docMk/>
            <pc:sldMk cId="155252770" sldId="278"/>
            <ac:spMk id="2" creationId="{EB501898-F3F3-4391-5B5D-C100FB686C0E}"/>
          </ac:spMkLst>
        </pc:spChg>
        <pc:spChg chg="mod">
          <ac:chgData name="Borra katchayni" userId="d02a193ced44d845" providerId="LiveId" clId="{82A3187F-3D95-4884-AEE5-975A7244648D}" dt="2026-04-03T04:43:05.394" v="390" actId="12"/>
          <ac:spMkLst>
            <pc:docMk/>
            <pc:sldMk cId="155252770" sldId="278"/>
            <ac:spMk id="3" creationId="{2883F87A-8911-2A6B-0436-A3C21B64F8B1}"/>
          </ac:spMkLst>
        </pc:spChg>
      </pc:sldChg>
      <pc:sldChg chg="modSp mod">
        <pc:chgData name="Borra katchayni" userId="d02a193ced44d845" providerId="LiveId" clId="{82A3187F-3D95-4884-AEE5-975A7244648D}" dt="2026-04-03T07:33:04.784" v="2110" actId="255"/>
        <pc:sldMkLst>
          <pc:docMk/>
          <pc:sldMk cId="1926531273" sldId="280"/>
        </pc:sldMkLst>
        <pc:spChg chg="mod">
          <ac:chgData name="Borra katchayni" userId="d02a193ced44d845" providerId="LiveId" clId="{82A3187F-3D95-4884-AEE5-975A7244648D}" dt="2026-04-03T07:33:04.784" v="2110" actId="255"/>
          <ac:spMkLst>
            <pc:docMk/>
            <pc:sldMk cId="1926531273" sldId="280"/>
            <ac:spMk id="6" creationId="{D715672F-019F-4AB0-2CFA-FD9A30F3E9F0}"/>
          </ac:spMkLst>
        </pc:spChg>
      </pc:sldChg>
      <pc:sldChg chg="addSp modSp mod">
        <pc:chgData name="Borra katchayni" userId="d02a193ced44d845" providerId="LiveId" clId="{82A3187F-3D95-4884-AEE5-975A7244648D}" dt="2026-04-03T04:48:38.091" v="438" actId="14100"/>
        <pc:sldMkLst>
          <pc:docMk/>
          <pc:sldMk cId="3967736100" sldId="281"/>
        </pc:sldMkLst>
        <pc:spChg chg="mod">
          <ac:chgData name="Borra katchayni" userId="d02a193ced44d845" providerId="LiveId" clId="{82A3187F-3D95-4884-AEE5-975A7244648D}" dt="2026-04-03T04:47:35.059" v="425" actId="20577"/>
          <ac:spMkLst>
            <pc:docMk/>
            <pc:sldMk cId="3967736100" sldId="281"/>
            <ac:spMk id="8" creationId="{220DBD2A-2603-F502-B2D8-6CE9EB49EA78}"/>
          </ac:spMkLst>
        </pc:spChg>
        <pc:picChg chg="add mod">
          <ac:chgData name="Borra katchayni" userId="d02a193ced44d845" providerId="LiveId" clId="{82A3187F-3D95-4884-AEE5-975A7244648D}" dt="2026-04-03T04:48:38.091" v="438" actId="14100"/>
          <ac:picMkLst>
            <pc:docMk/>
            <pc:sldMk cId="3967736100" sldId="281"/>
            <ac:picMk id="6" creationId="{E3B3C5CC-B271-B758-07EA-52E9DEB87FB1}"/>
          </ac:picMkLst>
        </pc:picChg>
      </pc:sldChg>
      <pc:sldChg chg="addSp delSp modSp mod">
        <pc:chgData name="Borra katchayni" userId="d02a193ced44d845" providerId="LiveId" clId="{82A3187F-3D95-4884-AEE5-975A7244648D}" dt="2026-04-03T06:32:42.468" v="1002" actId="1076"/>
        <pc:sldMkLst>
          <pc:docMk/>
          <pc:sldMk cId="2530832358" sldId="282"/>
        </pc:sldMkLst>
        <pc:spChg chg="mod">
          <ac:chgData name="Borra katchayni" userId="d02a193ced44d845" providerId="LiveId" clId="{82A3187F-3D95-4884-AEE5-975A7244648D}" dt="2026-04-03T06:27:55.121" v="969" actId="14100"/>
          <ac:spMkLst>
            <pc:docMk/>
            <pc:sldMk cId="2530832358" sldId="282"/>
            <ac:spMk id="2" creationId="{F2156DB9-CFE0-861F-FD41-2793A641B21A}"/>
          </ac:spMkLst>
        </pc:spChg>
        <pc:spChg chg="add mod">
          <ac:chgData name="Borra katchayni" userId="d02a193ced44d845" providerId="LiveId" clId="{82A3187F-3D95-4884-AEE5-975A7244648D}" dt="2026-04-03T06:27:30.033" v="965" actId="14100"/>
          <ac:spMkLst>
            <pc:docMk/>
            <pc:sldMk cId="2530832358" sldId="282"/>
            <ac:spMk id="4" creationId="{84AEB3D4-2D46-752B-3058-5F5DC0214EDD}"/>
          </ac:spMkLst>
        </pc:spChg>
        <pc:spChg chg="del mod">
          <ac:chgData name="Borra katchayni" userId="d02a193ced44d845" providerId="LiveId" clId="{82A3187F-3D95-4884-AEE5-975A7244648D}" dt="2026-04-03T06:25:07.538" v="951" actId="478"/>
          <ac:spMkLst>
            <pc:docMk/>
            <pc:sldMk cId="2530832358" sldId="282"/>
            <ac:spMk id="10" creationId="{0429B3D8-24F0-BFDD-F8CA-E6AACD40E032}"/>
          </ac:spMkLst>
        </pc:spChg>
        <pc:picChg chg="add mod">
          <ac:chgData name="Borra katchayni" userId="d02a193ced44d845" providerId="LiveId" clId="{82A3187F-3D95-4884-AEE5-975A7244648D}" dt="2026-04-03T06:29:47.403" v="979" actId="14100"/>
          <ac:picMkLst>
            <pc:docMk/>
            <pc:sldMk cId="2530832358" sldId="282"/>
            <ac:picMk id="6" creationId="{81492285-B98C-AC4D-6948-39CB9F4BDA43}"/>
          </ac:picMkLst>
        </pc:picChg>
        <pc:picChg chg="add mod">
          <ac:chgData name="Borra katchayni" userId="d02a193ced44d845" providerId="LiveId" clId="{82A3187F-3D95-4884-AEE5-975A7244648D}" dt="2026-04-03T06:30:00.396" v="983" actId="14100"/>
          <ac:picMkLst>
            <pc:docMk/>
            <pc:sldMk cId="2530832358" sldId="282"/>
            <ac:picMk id="8" creationId="{9F2392DB-ADB5-209D-8950-DE794716B65E}"/>
          </ac:picMkLst>
        </pc:picChg>
        <pc:picChg chg="add mod">
          <ac:chgData name="Borra katchayni" userId="d02a193ced44d845" providerId="LiveId" clId="{82A3187F-3D95-4884-AEE5-975A7244648D}" dt="2026-04-03T06:31:04.933" v="991" actId="1076"/>
          <ac:picMkLst>
            <pc:docMk/>
            <pc:sldMk cId="2530832358" sldId="282"/>
            <ac:picMk id="11" creationId="{A4601B1E-2DCA-7471-C767-4B25A8346A5F}"/>
          </ac:picMkLst>
        </pc:picChg>
        <pc:picChg chg="add mod">
          <ac:chgData name="Borra katchayni" userId="d02a193ced44d845" providerId="LiveId" clId="{82A3187F-3D95-4884-AEE5-975A7244648D}" dt="2026-04-03T06:32:42.468" v="1002" actId="1076"/>
          <ac:picMkLst>
            <pc:docMk/>
            <pc:sldMk cId="2530832358" sldId="282"/>
            <ac:picMk id="13" creationId="{C49AA3FA-93DF-252E-B32E-4CD621D413E5}"/>
          </ac:picMkLst>
        </pc:picChg>
      </pc:sldChg>
      <pc:sldChg chg="addSp delSp modSp mod">
        <pc:chgData name="Borra katchayni" userId="d02a193ced44d845" providerId="LiveId" clId="{82A3187F-3D95-4884-AEE5-975A7244648D}" dt="2026-04-03T06:41:04.674" v="1202" actId="1076"/>
        <pc:sldMkLst>
          <pc:docMk/>
          <pc:sldMk cId="712714059" sldId="283"/>
        </pc:sldMkLst>
        <pc:spChg chg="mod">
          <ac:chgData name="Borra katchayni" userId="d02a193ced44d845" providerId="LiveId" clId="{82A3187F-3D95-4884-AEE5-975A7244648D}" dt="2026-04-03T06:33:35.836" v="1032" actId="14100"/>
          <ac:spMkLst>
            <pc:docMk/>
            <pc:sldMk cId="712714059" sldId="283"/>
            <ac:spMk id="2" creationId="{82A07876-07C0-93DC-2DD7-21561A9F9908}"/>
          </ac:spMkLst>
        </pc:spChg>
        <pc:spChg chg="add del">
          <ac:chgData name="Borra katchayni" userId="d02a193ced44d845" providerId="LiveId" clId="{82A3187F-3D95-4884-AEE5-975A7244648D}" dt="2026-04-03T06:34:22.248" v="1036" actId="478"/>
          <ac:spMkLst>
            <pc:docMk/>
            <pc:sldMk cId="712714059" sldId="283"/>
            <ac:spMk id="4" creationId="{CD875DDB-872B-1624-0EC3-50809B3A70D4}"/>
          </ac:spMkLst>
        </pc:spChg>
        <pc:spChg chg="add mod">
          <ac:chgData name="Borra katchayni" userId="d02a193ced44d845" providerId="LiveId" clId="{82A3187F-3D95-4884-AEE5-975A7244648D}" dt="2026-04-03T06:35:50.857" v="1163" actId="20577"/>
          <ac:spMkLst>
            <pc:docMk/>
            <pc:sldMk cId="712714059" sldId="283"/>
            <ac:spMk id="6" creationId="{988F9E6F-94AA-3804-4237-93C72AE7413D}"/>
          </ac:spMkLst>
        </pc:spChg>
        <pc:spChg chg="del mod">
          <ac:chgData name="Borra katchayni" userId="d02a193ced44d845" providerId="LiveId" clId="{82A3187F-3D95-4884-AEE5-975A7244648D}" dt="2026-04-03T06:33:41.504" v="1034" actId="478"/>
          <ac:spMkLst>
            <pc:docMk/>
            <pc:sldMk cId="712714059" sldId="283"/>
            <ac:spMk id="7" creationId="{9DCC8638-7313-CF5B-959C-5EF1F18C07F9}"/>
          </ac:spMkLst>
        </pc:spChg>
        <pc:picChg chg="add mod">
          <ac:chgData name="Borra katchayni" userId="d02a193ced44d845" providerId="LiveId" clId="{82A3187F-3D95-4884-AEE5-975A7244648D}" dt="2026-04-03T06:36:50.342" v="1171" actId="14100"/>
          <ac:picMkLst>
            <pc:docMk/>
            <pc:sldMk cId="712714059" sldId="283"/>
            <ac:picMk id="9" creationId="{45BDD20C-C10E-4DE8-57FB-C0D866D2F123}"/>
          </ac:picMkLst>
        </pc:picChg>
        <pc:picChg chg="add mod">
          <ac:chgData name="Borra katchayni" userId="d02a193ced44d845" providerId="LiveId" clId="{82A3187F-3D95-4884-AEE5-975A7244648D}" dt="2026-04-03T06:38:39.441" v="1181" actId="1076"/>
          <ac:picMkLst>
            <pc:docMk/>
            <pc:sldMk cId="712714059" sldId="283"/>
            <ac:picMk id="11" creationId="{8FFFDBED-FE52-A274-C244-D2CA136BD516}"/>
          </ac:picMkLst>
        </pc:picChg>
        <pc:picChg chg="add mod">
          <ac:chgData name="Borra katchayni" userId="d02a193ced44d845" providerId="LiveId" clId="{82A3187F-3D95-4884-AEE5-975A7244648D}" dt="2026-04-03T06:39:54.694" v="1191" actId="14100"/>
          <ac:picMkLst>
            <pc:docMk/>
            <pc:sldMk cId="712714059" sldId="283"/>
            <ac:picMk id="13" creationId="{59B61B31-9FF0-8036-DAB4-280EA34BA2AA}"/>
          </ac:picMkLst>
        </pc:picChg>
        <pc:picChg chg="add mod">
          <ac:chgData name="Borra katchayni" userId="d02a193ced44d845" providerId="LiveId" clId="{82A3187F-3D95-4884-AEE5-975A7244648D}" dt="2026-04-03T06:41:04.674" v="1202" actId="1076"/>
          <ac:picMkLst>
            <pc:docMk/>
            <pc:sldMk cId="712714059" sldId="283"/>
            <ac:picMk id="15" creationId="{D11677DA-9D39-A783-B68C-49A292043666}"/>
          </ac:picMkLst>
        </pc:picChg>
      </pc:sldChg>
      <pc:sldChg chg="addSp delSp modSp mod ord">
        <pc:chgData name="Borra katchayni" userId="d02a193ced44d845" providerId="LiveId" clId="{82A3187F-3D95-4884-AEE5-975A7244648D}" dt="2026-04-03T06:23:36.533" v="924" actId="14100"/>
        <pc:sldMkLst>
          <pc:docMk/>
          <pc:sldMk cId="281434090" sldId="284"/>
        </pc:sldMkLst>
        <pc:spChg chg="mod">
          <ac:chgData name="Borra katchayni" userId="d02a193ced44d845" providerId="LiveId" clId="{82A3187F-3D95-4884-AEE5-975A7244648D}" dt="2026-04-03T05:53:12.551" v="879" actId="14100"/>
          <ac:spMkLst>
            <pc:docMk/>
            <pc:sldMk cId="281434090" sldId="284"/>
            <ac:spMk id="2" creationId="{AD0671AE-6593-5B1A-5289-CECB9FBCD174}"/>
          </ac:spMkLst>
        </pc:spChg>
        <pc:spChg chg="add mod">
          <ac:chgData name="Borra katchayni" userId="d02a193ced44d845" providerId="LiveId" clId="{82A3187F-3D95-4884-AEE5-975A7244648D}" dt="2026-04-03T05:52:27.866" v="860" actId="14100"/>
          <ac:spMkLst>
            <pc:docMk/>
            <pc:sldMk cId="281434090" sldId="284"/>
            <ac:spMk id="4" creationId="{8910BED0-DA99-02A6-1059-3464150F3A48}"/>
          </ac:spMkLst>
        </pc:spChg>
        <pc:spChg chg="del mod">
          <ac:chgData name="Borra katchayni" userId="d02a193ced44d845" providerId="LiveId" clId="{82A3187F-3D95-4884-AEE5-975A7244648D}" dt="2026-04-03T05:49:47.128" v="836" actId="478"/>
          <ac:spMkLst>
            <pc:docMk/>
            <pc:sldMk cId="281434090" sldId="284"/>
            <ac:spMk id="10" creationId="{A3675CAD-1E1B-F447-802D-9FF27DCEEEAF}"/>
          </ac:spMkLst>
        </pc:spChg>
        <pc:picChg chg="add mod">
          <ac:chgData name="Borra katchayni" userId="d02a193ced44d845" providerId="LiveId" clId="{82A3187F-3D95-4884-AEE5-975A7244648D}" dt="2026-04-03T05:56:16.675" v="896" actId="1076"/>
          <ac:picMkLst>
            <pc:docMk/>
            <pc:sldMk cId="281434090" sldId="284"/>
            <ac:picMk id="6" creationId="{B3CE55AB-B55D-1AAC-AE0B-08778FDDFB3C}"/>
          </ac:picMkLst>
        </pc:picChg>
        <pc:picChg chg="add mod">
          <ac:chgData name="Borra katchayni" userId="d02a193ced44d845" providerId="LiveId" clId="{82A3187F-3D95-4884-AEE5-975A7244648D}" dt="2026-04-03T05:56:11.255" v="895" actId="1076"/>
          <ac:picMkLst>
            <pc:docMk/>
            <pc:sldMk cId="281434090" sldId="284"/>
            <ac:picMk id="8" creationId="{4E4EA5C6-FB29-A342-B8DE-3E789AE21892}"/>
          </ac:picMkLst>
        </pc:picChg>
        <pc:picChg chg="add mod">
          <ac:chgData name="Borra katchayni" userId="d02a193ced44d845" providerId="LiveId" clId="{82A3187F-3D95-4884-AEE5-975A7244648D}" dt="2026-04-03T05:57:16.462" v="901" actId="1076"/>
          <ac:picMkLst>
            <pc:docMk/>
            <pc:sldMk cId="281434090" sldId="284"/>
            <ac:picMk id="11" creationId="{6486F2D0-3990-6524-B32A-2C10EAA63450}"/>
          </ac:picMkLst>
        </pc:picChg>
        <pc:picChg chg="add del mod">
          <ac:chgData name="Borra katchayni" userId="d02a193ced44d845" providerId="LiveId" clId="{82A3187F-3D95-4884-AEE5-975A7244648D}" dt="2026-04-03T06:21:48.667" v="908" actId="478"/>
          <ac:picMkLst>
            <pc:docMk/>
            <pc:sldMk cId="281434090" sldId="284"/>
            <ac:picMk id="13" creationId="{3983E379-85B0-25FB-C911-783C6FE9C19E}"/>
          </ac:picMkLst>
        </pc:picChg>
        <pc:picChg chg="add mod">
          <ac:chgData name="Borra katchayni" userId="d02a193ced44d845" providerId="LiveId" clId="{82A3187F-3D95-4884-AEE5-975A7244648D}" dt="2026-04-03T06:22:07.894" v="915" actId="1076"/>
          <ac:picMkLst>
            <pc:docMk/>
            <pc:sldMk cId="281434090" sldId="284"/>
            <ac:picMk id="15" creationId="{A7E6157B-1D07-5152-BCD7-B5D55C160C78}"/>
          </ac:picMkLst>
        </pc:picChg>
        <pc:picChg chg="add mod">
          <ac:chgData name="Borra katchayni" userId="d02a193ced44d845" providerId="LiveId" clId="{82A3187F-3D95-4884-AEE5-975A7244648D}" dt="2026-04-03T06:23:36.533" v="924" actId="14100"/>
          <ac:picMkLst>
            <pc:docMk/>
            <pc:sldMk cId="281434090" sldId="284"/>
            <ac:picMk id="17" creationId="{5961D1DB-D923-0C26-8BE2-36BA47F1E52F}"/>
          </ac:picMkLst>
        </pc:picChg>
      </pc:sldChg>
      <pc:sldChg chg="addSp delSp modSp mod">
        <pc:chgData name="Borra katchayni" userId="d02a193ced44d845" providerId="LiveId" clId="{82A3187F-3D95-4884-AEE5-975A7244648D}" dt="2026-04-03T06:48:52.322" v="1453" actId="1076"/>
        <pc:sldMkLst>
          <pc:docMk/>
          <pc:sldMk cId="2723714033" sldId="285"/>
        </pc:sldMkLst>
        <pc:spChg chg="mod">
          <ac:chgData name="Borra katchayni" userId="d02a193ced44d845" providerId="LiveId" clId="{82A3187F-3D95-4884-AEE5-975A7244648D}" dt="2026-04-03T06:44:41.976" v="1425" actId="14100"/>
          <ac:spMkLst>
            <pc:docMk/>
            <pc:sldMk cId="2723714033" sldId="285"/>
            <ac:spMk id="2" creationId="{6224AAAA-6A70-A375-E36A-57C13DEB250D}"/>
          </ac:spMkLst>
        </pc:spChg>
        <pc:spChg chg="add mod">
          <ac:chgData name="Borra katchayni" userId="d02a193ced44d845" providerId="LiveId" clId="{82A3187F-3D95-4884-AEE5-975A7244648D}" dt="2026-04-03T06:44:55.752" v="1428" actId="20577"/>
          <ac:spMkLst>
            <pc:docMk/>
            <pc:sldMk cId="2723714033" sldId="285"/>
            <ac:spMk id="4" creationId="{5FB51807-EF73-996C-FC9E-4B42D30106B2}"/>
          </ac:spMkLst>
        </pc:spChg>
        <pc:spChg chg="del mod">
          <ac:chgData name="Borra katchayni" userId="d02a193ced44d845" providerId="LiveId" clId="{82A3187F-3D95-4884-AEE5-975A7244648D}" dt="2026-04-03T06:43:17.656" v="1374"/>
          <ac:spMkLst>
            <pc:docMk/>
            <pc:sldMk cId="2723714033" sldId="285"/>
            <ac:spMk id="10" creationId="{AB5F5D73-9438-374C-2CD9-92C838053E30}"/>
          </ac:spMkLst>
        </pc:spChg>
        <pc:picChg chg="add mod">
          <ac:chgData name="Borra katchayni" userId="d02a193ced44d845" providerId="LiveId" clId="{82A3187F-3D95-4884-AEE5-975A7244648D}" dt="2026-04-03T06:47:23.038" v="1447" actId="14100"/>
          <ac:picMkLst>
            <pc:docMk/>
            <pc:sldMk cId="2723714033" sldId="285"/>
            <ac:picMk id="6" creationId="{95B0710F-E92A-AAAB-94CF-9867780E736D}"/>
          </ac:picMkLst>
        </pc:picChg>
        <pc:picChg chg="add mod">
          <ac:chgData name="Borra katchayni" userId="d02a193ced44d845" providerId="LiveId" clId="{82A3187F-3D95-4884-AEE5-975A7244648D}" dt="2026-04-03T06:47:29.675" v="1449" actId="14100"/>
          <ac:picMkLst>
            <pc:docMk/>
            <pc:sldMk cId="2723714033" sldId="285"/>
            <ac:picMk id="8" creationId="{A23CED2E-FF11-D144-22EB-CEFC0E50AB96}"/>
          </ac:picMkLst>
        </pc:picChg>
        <pc:picChg chg="add mod">
          <ac:chgData name="Borra katchayni" userId="d02a193ced44d845" providerId="LiveId" clId="{82A3187F-3D95-4884-AEE5-975A7244648D}" dt="2026-04-03T06:48:52.322" v="1453" actId="1076"/>
          <ac:picMkLst>
            <pc:docMk/>
            <pc:sldMk cId="2723714033" sldId="285"/>
            <ac:picMk id="11" creationId="{3E408937-D446-3893-E0E9-6DD0703678F0}"/>
          </ac:picMkLst>
        </pc:picChg>
      </pc:sldChg>
      <pc:sldChg chg="del">
        <pc:chgData name="Borra katchayni" userId="d02a193ced44d845" providerId="LiveId" clId="{82A3187F-3D95-4884-AEE5-975A7244648D}" dt="2026-04-03T07:34:29.575" v="2111" actId="2696"/>
        <pc:sldMkLst>
          <pc:docMk/>
          <pc:sldMk cId="3217503071" sldId="287"/>
        </pc:sldMkLst>
      </pc:sldChg>
      <pc:sldChg chg="addSp delSp modSp mod">
        <pc:chgData name="Borra katchayni" userId="d02a193ced44d845" providerId="LiveId" clId="{82A3187F-3D95-4884-AEE5-975A7244648D}" dt="2026-04-03T06:53:12.067" v="1766" actId="14100"/>
        <pc:sldMkLst>
          <pc:docMk/>
          <pc:sldMk cId="1363571730" sldId="295"/>
        </pc:sldMkLst>
        <pc:spChg chg="del mod">
          <ac:chgData name="Borra katchayni" userId="d02a193ced44d845" providerId="LiveId" clId="{82A3187F-3D95-4884-AEE5-975A7244648D}" dt="2026-04-03T06:51:25.654" v="1755"/>
          <ac:spMkLst>
            <pc:docMk/>
            <pc:sldMk cId="1363571730" sldId="295"/>
            <ac:spMk id="3" creationId="{397224C5-28B7-7EE8-34EA-5814746E98AA}"/>
          </ac:spMkLst>
        </pc:spChg>
        <pc:spChg chg="add mod">
          <ac:chgData name="Borra katchayni" userId="d02a193ced44d845" providerId="LiveId" clId="{82A3187F-3D95-4884-AEE5-975A7244648D}" dt="2026-04-03T06:53:12.067" v="1766" actId="14100"/>
          <ac:spMkLst>
            <pc:docMk/>
            <pc:sldMk cId="1363571730" sldId="295"/>
            <ac:spMk id="5" creationId="{A331A428-01E5-9008-A394-3C8E20C6A14D}"/>
          </ac:spMkLst>
        </pc:spChg>
      </pc:sldChg>
      <pc:sldChg chg="addSp delSp modSp mod">
        <pc:chgData name="Borra katchayni" userId="d02a193ced44d845" providerId="LiveId" clId="{82A3187F-3D95-4884-AEE5-975A7244648D}" dt="2026-04-03T05:06:07.994" v="508" actId="14100"/>
        <pc:sldMkLst>
          <pc:docMk/>
          <pc:sldMk cId="3473684395" sldId="296"/>
        </pc:sldMkLst>
        <pc:spChg chg="mod">
          <ac:chgData name="Borra katchayni" userId="d02a193ced44d845" providerId="LiveId" clId="{82A3187F-3D95-4884-AEE5-975A7244648D}" dt="2026-04-03T05:05:49.456" v="506" actId="14100"/>
          <ac:spMkLst>
            <pc:docMk/>
            <pc:sldMk cId="3473684395" sldId="296"/>
            <ac:spMk id="2" creationId="{C11E8BBF-25D0-6779-0CC9-D47815541063}"/>
          </ac:spMkLst>
        </pc:spChg>
        <pc:picChg chg="add del mod">
          <ac:chgData name="Borra katchayni" userId="d02a193ced44d845" providerId="LiveId" clId="{82A3187F-3D95-4884-AEE5-975A7244648D}" dt="2026-04-03T05:03:08.375" v="481" actId="478"/>
          <ac:picMkLst>
            <pc:docMk/>
            <pc:sldMk cId="3473684395" sldId="296"/>
            <ac:picMk id="3074" creationId="{97DB661B-2659-1714-D946-22F853720A2B}"/>
          </ac:picMkLst>
        </pc:picChg>
        <pc:picChg chg="add mod">
          <ac:chgData name="Borra katchayni" userId="d02a193ced44d845" providerId="LiveId" clId="{82A3187F-3D95-4884-AEE5-975A7244648D}" dt="2026-04-03T05:06:07.994" v="508" actId="14100"/>
          <ac:picMkLst>
            <pc:docMk/>
            <pc:sldMk cId="3473684395" sldId="296"/>
            <ac:picMk id="3076" creationId="{2E0DDC8C-96FD-E535-26DE-6D650891B01B}"/>
          </ac:picMkLst>
        </pc:picChg>
        <pc:picChg chg="add mod">
          <ac:chgData name="Borra katchayni" userId="d02a193ced44d845" providerId="LiveId" clId="{82A3187F-3D95-4884-AEE5-975A7244648D}" dt="2026-04-03T05:05:58.839" v="507" actId="14100"/>
          <ac:picMkLst>
            <pc:docMk/>
            <pc:sldMk cId="3473684395" sldId="296"/>
            <ac:picMk id="3078" creationId="{76FBDD0D-7043-A0D7-C22B-C1301BF83AEE}"/>
          </ac:picMkLst>
        </pc:picChg>
      </pc:sldChg>
      <pc:sldChg chg="modSp new del mod ord">
        <pc:chgData name="Borra katchayni" userId="d02a193ced44d845" providerId="LiveId" clId="{82A3187F-3D95-4884-AEE5-975A7244648D}" dt="2026-04-03T05:47:01.442" v="824" actId="2696"/>
        <pc:sldMkLst>
          <pc:docMk/>
          <pc:sldMk cId="578804360" sldId="297"/>
        </pc:sldMkLst>
        <pc:spChg chg="mod">
          <ac:chgData name="Borra katchayni" userId="d02a193ced44d845" providerId="LiveId" clId="{82A3187F-3D95-4884-AEE5-975A7244648D}" dt="2026-04-03T05:31:44.982" v="667" actId="255"/>
          <ac:spMkLst>
            <pc:docMk/>
            <pc:sldMk cId="578804360" sldId="297"/>
            <ac:spMk id="2" creationId="{D0CB6571-6AA3-6416-04A1-3DD03BC7368D}"/>
          </ac:spMkLst>
        </pc:spChg>
        <pc:spChg chg="mod">
          <ac:chgData name="Borra katchayni" userId="d02a193ced44d845" providerId="LiveId" clId="{82A3187F-3D95-4884-AEE5-975A7244648D}" dt="2026-04-03T05:34:18.835" v="749" actId="6549"/>
          <ac:spMkLst>
            <pc:docMk/>
            <pc:sldMk cId="578804360" sldId="297"/>
            <ac:spMk id="3" creationId="{5A8B1E2B-9291-3E8A-8DA9-5B5255A7548B}"/>
          </ac:spMkLst>
        </pc:spChg>
      </pc:sldChg>
      <pc:sldMasterChg chg="delSldLayout">
        <pc:chgData name="Borra katchayni" userId="d02a193ced44d845" providerId="LiveId" clId="{82A3187F-3D95-4884-AEE5-975A7244648D}" dt="2026-04-03T05:47:01.442" v="824" actId="2696"/>
        <pc:sldMasterMkLst>
          <pc:docMk/>
          <pc:sldMasterMk cId="0" sldId="2147483648"/>
        </pc:sldMasterMkLst>
        <pc:sldLayoutChg chg="del">
          <pc:chgData name="Borra katchayni" userId="d02a193ced44d845" providerId="LiveId" clId="{82A3187F-3D95-4884-AEE5-975A7244648D}" dt="2026-04-03T05:47:01.442" v="824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4986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51934"/>
            <a:ext cx="12190815" cy="66388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896533" y="5657671"/>
            <a:ext cx="8888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GROCERY STORE MANAGEMENT  SQL  PROJECT </a:t>
            </a:r>
            <a:endParaRPr lang="en-US" sz="2400" dirty="0"/>
          </a:p>
          <a:p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5 Best Grocery Inventory Management Software Solutions (2025 Guide)">
            <a:extLst>
              <a:ext uri="{FF2B5EF4-FFF2-40B4-BE49-F238E27FC236}">
                <a16:creationId xmlns:a16="http://schemas.microsoft.com/office/drawing/2014/main" id="{CAC5ED9B-B033-8C71-7920-220EFFD6A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567" y="2937933"/>
            <a:ext cx="4986866" cy="253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2546895"/>
            <a:ext cx="10742724" cy="714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5672F-019F-4AB0-2CFA-FD9A30F3E9F0}"/>
              </a:ext>
            </a:extLst>
          </p:cNvPr>
          <p:cNvSpPr txBox="1"/>
          <p:nvPr/>
        </p:nvSpPr>
        <p:spPr>
          <a:xfrm>
            <a:off x="531433" y="1232965"/>
            <a:ext cx="7537299" cy="448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Katchayani, and I have completed my Bachelor of Computer Applications (BCA). I am interested in becoming a Data Analyst and enjoy working with data to find useful insights. I am passionate about learning new tools and improving my analytical skills.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have completed my BCA, which helped me build a strong foundation in computers and data-related concepts.  I am interested in a Data Analyst role because I like working with data, analyzing patterns, and using data to make better decisions. I am a fresher and currently building my skills through projects and learning tools like SQL and Power BI.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have completed a SQL-based project on grocery store data analysis, where I analyzed customer orders, product sales, and revenue trends to understand business performance.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LinkedIn :https://www.linkedin.com/in/katchayani-borra-853780301</a:t>
            </a: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036" y="275621"/>
            <a:ext cx="4022666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798607"/>
            <a:ext cx="8323991" cy="444082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Project Name: Grocery Management </a:t>
            </a:r>
          </a:p>
          <a:p>
            <a:pPr algn="just"/>
            <a:r>
              <a:rPr lang="en-US" dirty="0"/>
              <a:t>System Tool: MySQL workbench</a:t>
            </a:r>
          </a:p>
          <a:p>
            <a:pPr algn="just"/>
            <a:r>
              <a:rPr lang="en-US" dirty="0"/>
              <a:t>Goal: Analyze sales, customers, products</a:t>
            </a:r>
            <a:endParaRPr lang="en-IN" dirty="0"/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622" y="1075765"/>
            <a:ext cx="9931766" cy="5204012"/>
          </a:xfrm>
        </p:spPr>
        <p:txBody>
          <a:bodyPr>
            <a:normAutofit/>
          </a:bodyPr>
          <a:lstStyle/>
          <a:p>
            <a:pPr indent="-457200">
              <a:lnSpc>
                <a:spcPct val="150000"/>
              </a:lnSpc>
            </a:pPr>
            <a:r>
              <a:rPr lang="en-US" dirty="0"/>
              <a:t>To design and implement a relational database for a grocery store.</a:t>
            </a:r>
          </a:p>
          <a:p>
            <a:pPr indent="-457200">
              <a:lnSpc>
                <a:spcPct val="150000"/>
              </a:lnSpc>
            </a:pPr>
            <a:r>
              <a:rPr lang="en-US" dirty="0"/>
              <a:t>To retrieve and manipulate data using SQL queries.</a:t>
            </a:r>
          </a:p>
          <a:p>
            <a:pPr indent="-457200">
              <a:lnSpc>
                <a:spcPct val="150000"/>
              </a:lnSpc>
            </a:pPr>
            <a:r>
              <a:rPr lang="en-US" dirty="0"/>
              <a:t>To perform data analysis for business insights such as top customers, best-selling products, and revenue trends.</a:t>
            </a:r>
          </a:p>
          <a:p>
            <a:pPr indent="-457200">
              <a:lnSpc>
                <a:spcPct val="150000"/>
              </a:lnSpc>
            </a:pPr>
            <a:r>
              <a:rPr lang="en-US" dirty="0"/>
              <a:t>To practice using joins, aggregations, subqueries, and filtering techniques..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base/Tables: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93471" y="1620145"/>
            <a:ext cx="779387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:  Grocery-store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Order-Details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3C5CC-B271-B758-07EA-52E9DEB87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635" y="1278827"/>
            <a:ext cx="5580530" cy="42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34" y="597923"/>
            <a:ext cx="588316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40869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top customers?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sell more?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total sales?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 performs best?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over time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 Questions To Ask Your Business At ...">
            <a:extLst>
              <a:ext uri="{FF2B5EF4-FFF2-40B4-BE49-F238E27FC236}">
                <a16:creationId xmlns:a16="http://schemas.microsoft.com/office/drawing/2014/main" id="{958D9454-D571-0ECC-556C-1C51FCFFD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614" y="2118168"/>
            <a:ext cx="4861367" cy="299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5510074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APPROACH: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751831" y="1554187"/>
            <a:ext cx="551007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 SOLVED: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JOINS (combine tables)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GROUP BY (aggregation)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SUM, AVG, COUNT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date functions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7D618-B8B5-8CF2-FBB0-AFF0EA95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093" y="1541795"/>
            <a:ext cx="4842076" cy="299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7203" y="-115746"/>
            <a:ext cx="5891274" cy="368075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SLIDES:</a:t>
            </a:r>
          </a:p>
        </p:txBody>
      </p:sp>
      <p:pic>
        <p:nvPicPr>
          <p:cNvPr id="3076" name="Picture 4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2E0DDC8C-96FD-E535-26DE-6D650891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548" y="1490202"/>
            <a:ext cx="5891273" cy="415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973,200+ Data Analysis Stock Photos ...">
            <a:extLst>
              <a:ext uri="{FF2B5EF4-FFF2-40B4-BE49-F238E27FC236}">
                <a16:creationId xmlns:a16="http://schemas.microsoft.com/office/drawing/2014/main" id="{76FBDD0D-7043-A0D7-C22B-C1301BF8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57" y="2685326"/>
            <a:ext cx="4271058" cy="266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431800"/>
            <a:ext cx="5008061" cy="6604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584036" y="1179872"/>
            <a:ext cx="678903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an understanding of customer engagement and purchasing behavior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unique customers have placed orders?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customers have placed the highest number of orders?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and average purchase value per  customer?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top 5 customers by total purchase amount?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F158E-A6BB-6CB3-E3D5-E5EA2692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074" y="663678"/>
            <a:ext cx="2264626" cy="2150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781FB-6042-84E7-DD4E-97FD814C8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873" y="897467"/>
            <a:ext cx="2065113" cy="2334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64F7E-1923-9EE7-8F2C-FACD64FF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074" y="2900791"/>
            <a:ext cx="2379771" cy="2285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4090A8-10A4-0416-B881-35D865645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3873" y="3905822"/>
            <a:ext cx="2065114" cy="228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457200"/>
            <a:ext cx="5799667" cy="70273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25573-9760-32AB-12B0-BF268BDB61B8}"/>
              </a:ext>
            </a:extLst>
          </p:cNvPr>
          <p:cNvSpPr txBox="1"/>
          <p:nvPr/>
        </p:nvSpPr>
        <p:spPr>
          <a:xfrm>
            <a:off x="719666" y="1524001"/>
            <a:ext cx="49191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well products are performing in terms of sales and revenue.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products exist in each category?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by category?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have the highest total sales volume (by quantity)?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generated by each product?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product sales vary by category and supplier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952C4E-7AA0-21E9-C293-1C51EA03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421540"/>
            <a:ext cx="2636342" cy="2204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F823E9-CB29-4FC4-0A9A-07C6839E7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58" y="457200"/>
            <a:ext cx="2636342" cy="2204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346A38-CC69-FBA0-4C29-E5415D44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207" y="2500394"/>
            <a:ext cx="2733089" cy="17311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7E3D7F-F22F-41D7-0F4E-519B68146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58" y="2500394"/>
            <a:ext cx="2353097" cy="1383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012C9A-C685-75F9-DDF9-CAB90111A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013" y="4278603"/>
            <a:ext cx="2688565" cy="133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524933"/>
            <a:ext cx="5875867" cy="44442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Order Trends: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0BED0-DA99-02A6-1059-3464150F3A48}"/>
              </a:ext>
            </a:extLst>
          </p:cNvPr>
          <p:cNvSpPr txBox="1"/>
          <p:nvPr/>
        </p:nvSpPr>
        <p:spPr>
          <a:xfrm>
            <a:off x="999067" y="1261533"/>
            <a:ext cx="429259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business performance through  orders and revenue over time.</a:t>
            </a: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orders have been placed in total?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value per order?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dates were the most orders placed?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monthly trends in order volume and revenue?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order patterns vary across weekdays and weekends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E55AB-B55D-1AAC-AE0B-08778FDDF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599" y="524933"/>
            <a:ext cx="2689188" cy="2524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EA5C6-FB29-A342-B8DE-3E789AE2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593" y="585034"/>
            <a:ext cx="2689188" cy="18711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86F2D0-3990-6524-B32A-2C10EAA63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599" y="2692399"/>
            <a:ext cx="2689188" cy="1659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E6157B-1D07-5152-BCD7-B5D55C160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93" y="2692399"/>
            <a:ext cx="2784979" cy="18880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61D1DB-D923-0C26-8BE2-36BA47F1E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599" y="4633357"/>
            <a:ext cx="2893994" cy="14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592666"/>
            <a:ext cx="5384800" cy="58634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Contribution: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EB3D4-2D46-752B-3058-5F5DC0214EDD}"/>
              </a:ext>
            </a:extLst>
          </p:cNvPr>
          <p:cNvSpPr txBox="1"/>
          <p:nvPr/>
        </p:nvSpPr>
        <p:spPr>
          <a:xfrm>
            <a:off x="524933" y="1524000"/>
            <a:ext cx="53001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active and profitable suppliers.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suppliers are there in the database?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 provides the most products?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price of products from each supplier?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suppliers contribute the most to total product sales (by revenue)?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92285-B98C-AC4D-6948-39CB9F4BD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67" y="803303"/>
            <a:ext cx="2859006" cy="2456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2392DB-ADB5-209D-8950-DE794716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133" y="803304"/>
            <a:ext cx="2514600" cy="2295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601B1E-2DCA-7471-C767-4B25A8346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067" y="3098800"/>
            <a:ext cx="2859006" cy="16594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9AA3FA-93DF-252E-B32E-4CD621D41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134" y="3098800"/>
            <a:ext cx="2514599" cy="165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6094520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F9E6F-94AA-3804-4237-93C72AE7413D}"/>
              </a:ext>
            </a:extLst>
          </p:cNvPr>
          <p:cNvSpPr txBox="1"/>
          <p:nvPr/>
        </p:nvSpPr>
        <p:spPr>
          <a:xfrm>
            <a:off x="508000" y="1388533"/>
            <a:ext cx="459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how employees are handling and influencing sales.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employees have processed orders?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employees have handled the most orders?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sales value processed by each employee?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order value handled per employee?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DD20C-C10E-4DE8-57FB-C0D866D2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9" y="969357"/>
            <a:ext cx="3013525" cy="2057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FFDBED-FE52-A274-C244-D2CA136B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33" y="969357"/>
            <a:ext cx="2827868" cy="172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B61B31-9FF0-8036-DAB4-280EA34BA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026758"/>
            <a:ext cx="3013524" cy="1866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1677DA-9D39-A783-B68C-49A292043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404" y="3026758"/>
            <a:ext cx="2683325" cy="18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354768"/>
            <a:ext cx="6102474" cy="8420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deep drive: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51807-EF73-996C-FC9E-4B42D30106B2}"/>
              </a:ext>
            </a:extLst>
          </p:cNvPr>
          <p:cNvSpPr txBox="1"/>
          <p:nvPr/>
        </p:nvSpPr>
        <p:spPr>
          <a:xfrm>
            <a:off x="499532" y="1557867"/>
            <a:ext cx="480060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item-level sales patterns and pricing behavior.</a:t>
            </a:r>
          </a:p>
          <a:p>
            <a:pPr fontAlgn="base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quantity ordered and total price?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quantity ordered per product?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unit price vary across products and orders?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0710F-E92A-AAAB-94CF-9867780E7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068" y="1557867"/>
            <a:ext cx="3293532" cy="195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3CED2E-FF11-D144-22EB-CEFC0E50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400" y="1557866"/>
            <a:ext cx="2540000" cy="18711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08937-D446-3893-E0E9-6DD070367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817" y="3790078"/>
            <a:ext cx="3921583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9" y="465667"/>
            <a:ext cx="3234267" cy="121221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83" y="1845475"/>
            <a:ext cx="10156384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customer orders, product sales, and revenue in a grocery store database.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us understand which products sell more and how customers place orders.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monthly analysis shows how sales and revenue change over time.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By using this data, the business can: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sales in low months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stock in high-demand months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products that perform well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Overall, this analysis helps the business make better decisions and increase profit.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585926"/>
            <a:ext cx="6699558" cy="125175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1A428-01E5-9008-A394-3C8E20C6A14D}"/>
              </a:ext>
            </a:extLst>
          </p:cNvPr>
          <p:cNvSpPr txBox="1"/>
          <p:nvPr/>
        </p:nvSpPr>
        <p:spPr>
          <a:xfrm>
            <a:off x="516468" y="1769533"/>
            <a:ext cx="55795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table relationships and applying correct joins.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consistency with foreign key constraints.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aggregation across joined  tables.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time-based trends from date data (especially if in VARCHAR format).</a:t>
            </a: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1A21A-52C3-1B30-BA3B-B84E41D266E3}"/>
              </a:ext>
            </a:extLst>
          </p:cNvPr>
          <p:cNvSpPr txBox="1"/>
          <p:nvPr/>
        </p:nvSpPr>
        <p:spPr>
          <a:xfrm>
            <a:off x="683581" y="1731146"/>
            <a:ext cx="55558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joins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aggregations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date format</a:t>
            </a:r>
            <a:endParaRPr lang="en-US" sz="3200" b="0" i="0" u="none" strike="noStrike" dirty="0">
              <a:solidFill>
                <a:srgbClr val="43434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784</Words>
  <Application>Microsoft Office PowerPoint</Application>
  <PresentationFormat>Widescreen</PresentationFormat>
  <Paragraphs>104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Calibri</vt:lpstr>
      <vt:lpstr>Libre Baskerville</vt:lpstr>
      <vt:lpstr>Office Theme</vt:lpstr>
      <vt:lpstr>PowerPoint Presentation</vt:lpstr>
      <vt:lpstr>About Me:</vt:lpstr>
      <vt:lpstr>Project overview:</vt:lpstr>
      <vt:lpstr>Objectives:</vt:lpstr>
      <vt:lpstr>Data base/Tables:</vt:lpstr>
      <vt:lpstr>Business Questions:</vt:lpstr>
      <vt:lpstr>SQL APPROACH:</vt:lpstr>
      <vt:lpstr> ANALYSIS SLIDES:</vt:lpstr>
      <vt:lpstr>Customer Insights:</vt:lpstr>
      <vt:lpstr>Product Performance:</vt:lpstr>
      <vt:lpstr>Sales and Order Trends:</vt:lpstr>
      <vt:lpstr>Supplier Contribution:</vt:lpstr>
      <vt:lpstr>Employee Performance:</vt:lpstr>
      <vt:lpstr>Order details deep drive:</vt:lpstr>
      <vt:lpstr>Conclusion:</vt:lpstr>
      <vt:lpstr>Experiences &amp; Challenges:</vt:lpstr>
      <vt:lpstr>PowerPoint Presentation</vt:lpstr>
      <vt:lpstr>PowerPoint Presentation</vt:lpstr>
      <vt:lpstr>Challenges: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Borra katchayni</cp:lastModifiedBy>
  <cp:revision>29</cp:revision>
  <dcterms:created xsi:type="dcterms:W3CDTF">2021-02-16T05:19:01Z</dcterms:created>
  <dcterms:modified xsi:type="dcterms:W3CDTF">2026-04-03T07:34:38Z</dcterms:modified>
</cp:coreProperties>
</file>
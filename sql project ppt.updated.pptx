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0" r:id="rId3"/>
    <p:sldId id="261" r:id="rId4"/>
    <p:sldId id="278" r:id="rId5"/>
    <p:sldId id="281" r:id="rId6"/>
    <p:sldId id="263" r:id="rId7"/>
    <p:sldId id="265" r:id="rId8"/>
    <p:sldId id="296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8" r:id="rId17"/>
    <p:sldId id="305" r:id="rId18"/>
    <p:sldId id="306" r:id="rId19"/>
    <p:sldId id="307" r:id="rId20"/>
    <p:sldId id="285" r:id="rId21"/>
    <p:sldId id="276" r:id="rId22"/>
    <p:sldId id="295" r:id="rId23"/>
    <p:sldId id="259" r:id="rId24"/>
    <p:sldId id="294" r:id="rId25"/>
  </p:sldIdLst>
  <p:sldSz cx="12192000" cy="6858000"/>
  <p:notesSz cx="6858000" cy="9144000"/>
  <p:embeddedFontLs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B8F1B-23FF-4EE0-AFFC-903359D3B8DB}" v="50" dt="2026-04-03T04:07:24.306"/>
    <p1510:client id="{D86131A4-30D9-4D13-A560-0D5E1A2A1F1D}" v="74" dt="2026-04-03T07:28:3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4910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51934"/>
            <a:ext cx="12190815" cy="66388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896533" y="5657671"/>
            <a:ext cx="8888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GROCERY STORE MANAGEMENT  SQL  PROJECT </a:t>
            </a:r>
            <a:endParaRPr lang="en-US" sz="2400" dirty="0"/>
          </a:p>
          <a:p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5 Best Grocery Inventory Management Software Solutions (2025 Guide)">
            <a:extLst>
              <a:ext uri="{FF2B5EF4-FFF2-40B4-BE49-F238E27FC236}">
                <a16:creationId xmlns:a16="http://schemas.microsoft.com/office/drawing/2014/main" id="{CAC5ED9B-B033-8C71-7920-220EFFD6A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567" y="2937933"/>
            <a:ext cx="4986866" cy="25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9929B-C357-D27B-49AE-F421365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14" y="2546895"/>
            <a:ext cx="10742724" cy="714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5672F-019F-4AB0-2CFA-FD9A30F3E9F0}"/>
              </a:ext>
            </a:extLst>
          </p:cNvPr>
          <p:cNvSpPr txBox="1"/>
          <p:nvPr/>
        </p:nvSpPr>
        <p:spPr>
          <a:xfrm>
            <a:off x="531434" y="1232964"/>
            <a:ext cx="11001804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Katchayani, and I have completed my Bachelor of Computer Applications (BCA). I am interested in becoming a Data Analyst and enjoy working with data to find useful insights. I am passionate about learning new tools and improving my analytical skills.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completed my BCA, which helped me build a strong foundation in computers and data-related concepts.  I am interested in a Data Analyst role because I like working with data, analyzing patterns, and using data to make better decisions. I am a fresher and currently building my skills through projects and learning tools like SQL and Power BI.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completed a SQL-based project on grocery store data analysis, where I analyzed customer orders, product sales, and revenue trends to understand business performance.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:https://www.linkedin.com/in/katchayani-borra-853780301</a:t>
            </a: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920" y="843280"/>
            <a:ext cx="4460240" cy="72136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07" y="1798607"/>
            <a:ext cx="8323991" cy="444082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Grocery Management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Tool: MySQL workbench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Analyze sales, customers, products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622" y="1075765"/>
            <a:ext cx="9931766" cy="5204012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relational database for a grocery store.</a:t>
            </a:r>
          </a:p>
          <a:p>
            <a:pPr indent="-4572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retrieve and manipulate data using SQL queries.</a:t>
            </a:r>
          </a:p>
          <a:p>
            <a:pPr indent="-4572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data analysis for business insights such as top customers, best-selling products, and revenue trends.</a:t>
            </a:r>
          </a:p>
          <a:p>
            <a:pPr indent="-4572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practice using joins, aggregations, subqueries, and filtering techniques..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base /Tables: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93471" y="1620145"/>
            <a:ext cx="779387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:  Grocery-store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Order-Details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3C5CC-B271-B758-07EA-52E9DEB87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635" y="1278827"/>
            <a:ext cx="5580530" cy="42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34" y="597923"/>
            <a:ext cx="588316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40869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top customers?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sell more?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total sales?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 performs best?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over time 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10 Questions To Ask Your Business At ...">
            <a:extLst>
              <a:ext uri="{FF2B5EF4-FFF2-40B4-BE49-F238E27FC236}">
                <a16:creationId xmlns:a16="http://schemas.microsoft.com/office/drawing/2014/main" id="{958D9454-D571-0ECC-556C-1C51FCFFD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614" y="2118168"/>
            <a:ext cx="4861367" cy="299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5510074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APPROACH: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751831" y="1554187"/>
            <a:ext cx="551007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 SOLVED: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JOINS (combine tables)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GROUP BY (aggregation)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SUM, AVG, 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date functions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7D618-B8B5-8CF2-FBB0-AFF0EA95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093" y="1541795"/>
            <a:ext cx="4842076" cy="299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7203" y="-115746"/>
            <a:ext cx="5891274" cy="368075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 SLIDES:</a:t>
            </a:r>
          </a:p>
        </p:txBody>
      </p:sp>
      <p:pic>
        <p:nvPicPr>
          <p:cNvPr id="3076" name="Picture 4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2E0DDC8C-96FD-E535-26DE-6D650891B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548" y="1490202"/>
            <a:ext cx="5891273" cy="415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973,200+ Data Analysis Stock Photos ...">
            <a:extLst>
              <a:ext uri="{FF2B5EF4-FFF2-40B4-BE49-F238E27FC236}">
                <a16:creationId xmlns:a16="http://schemas.microsoft.com/office/drawing/2014/main" id="{76FBDD0D-7043-A0D7-C22B-C1301BF8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57" y="2685326"/>
            <a:ext cx="4271058" cy="26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A8A0-4746-7CD3-AC19-1B170B72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8" y="365125"/>
            <a:ext cx="7772400" cy="80327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Insights: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D95C2-DB4A-A15F-EBCE-AB237E39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242" y="1168400"/>
            <a:ext cx="6070599" cy="4949296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an understanding of customer     engagement and purchasing behavior</a:t>
            </a:r>
          </a:p>
          <a:p>
            <a:pPr marL="514350" indent="-51435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unique customers have placed orders?</a:t>
            </a:r>
          </a:p>
          <a:p>
            <a:pPr marL="514350" indent="-51435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customers have placed the highest number of orders?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EC759-78D8-56A7-0F0C-67B91324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267" y="1062566"/>
            <a:ext cx="4216401" cy="233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073738-78FF-7731-4EF9-3660A7CFD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267" y="3293532"/>
            <a:ext cx="4157134" cy="233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4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1379-35F0-B18D-FB6C-738DEF03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C4858-EAC4-A84B-E5B4-0C04D7A77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608667"/>
            <a:ext cx="5063067" cy="4568296"/>
          </a:xfrm>
        </p:spPr>
        <p:txBody>
          <a:bodyPr/>
          <a:lstStyle/>
          <a:p>
            <a:pPr indent="-4572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and average   purchase value per  customer?</a:t>
            </a:r>
          </a:p>
          <a:p>
            <a:pPr indent="-4572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are the top 5 customers   by total purchase amount?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7FE20-37C5-45F3-122C-2FA84890D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4" y="1185334"/>
            <a:ext cx="4157134" cy="1968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4BC599-6B03-1C7F-AA10-8D627AB38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933" y="3594049"/>
            <a:ext cx="4157133" cy="270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5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CAF4-CC0C-69A4-5201-D2F8BBF7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Performance: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BAE9-AA98-F4EB-6DA2-49C37246A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8666"/>
            <a:ext cx="5147733" cy="5147733"/>
          </a:xfrm>
        </p:spPr>
        <p:txBody>
          <a:bodyPr/>
          <a:lstStyle/>
          <a:p>
            <a:pPr marL="11430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well products are performing in terms of sales and revenue.</a:t>
            </a:r>
          </a:p>
          <a:p>
            <a:pPr marL="514350" indent="-514350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products exist in each category?</a:t>
            </a:r>
          </a:p>
          <a:p>
            <a:pPr marL="514350" indent="-514350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by category?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3263D-E147-33F3-135C-C8B0AB8C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867" y="1176868"/>
            <a:ext cx="4360333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BCDC9B-F619-DD37-017D-BCF2A2AC0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867" y="3581399"/>
            <a:ext cx="4301066" cy="24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763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4CF1-6941-2304-79FF-2861F896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640"/>
            <a:ext cx="10515599" cy="1142048"/>
          </a:xfrm>
        </p:spPr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E3990-F429-404B-68C7-B8BFFE25C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4826000" cy="4351338"/>
          </a:xfrm>
        </p:spPr>
        <p:txBody>
          <a:bodyPr/>
          <a:lstStyle/>
          <a:p>
            <a:pPr marL="514350" indent="-514350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have the highest total sales volume (by quantity)?</a:t>
            </a:r>
          </a:p>
          <a:p>
            <a:pPr marL="514350" indent="-514350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 generated by each product?</a:t>
            </a:r>
          </a:p>
          <a:p>
            <a:pPr marL="514350" indent="-514350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product sales vary by category and supplier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81E80-17C2-07A5-B541-26087704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40181"/>
            <a:ext cx="3059008" cy="2115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8E48D4-CD4F-6E32-56F7-595D42356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740" y="1440181"/>
            <a:ext cx="2506980" cy="21869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5281EB-07E5-C908-176A-FD928984A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60" y="3429000"/>
            <a:ext cx="4244340" cy="20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75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FED9-8285-7553-B007-4A54E949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Order Trends: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07DCA-02BD-40B4-3D71-3625E95B9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7260" y="1569720"/>
            <a:ext cx="5158740" cy="4607243"/>
          </a:xfrm>
        </p:spPr>
        <p:txBody>
          <a:bodyPr/>
          <a:lstStyle/>
          <a:p>
            <a:pPr marL="11430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business performance through  orders and revenue over time.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orders have been placed in total?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value per order?</a:t>
            </a:r>
          </a:p>
          <a:p>
            <a:pPr marL="0" indent="0" fontAlgn="base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557E8-99E6-DB60-8472-3FBE9CCB9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39" y="1424940"/>
            <a:ext cx="3931921" cy="2392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285649-9CE0-132B-1EE2-715275D54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39" y="3587314"/>
            <a:ext cx="3931920" cy="20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0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625D-4B22-CD56-837E-A0B4169C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Order Trends: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0D49E-AAE8-71EB-2621-DCCFF2F04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69720"/>
            <a:ext cx="4709160" cy="4607243"/>
          </a:xfrm>
        </p:spPr>
        <p:txBody>
          <a:bodyPr/>
          <a:lstStyle/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which dates were the most orders placed?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monthly trends in order volume and revenue?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order patterns vary across weekdays and weekends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562FD-B2E1-050D-48F1-E5B8E7D5E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41" y="1569720"/>
            <a:ext cx="3063239" cy="2141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B791DC-3994-38DD-3D81-3D106A527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942" y="1569720"/>
            <a:ext cx="2666999" cy="259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575EB6-CB6D-8A2C-CF4F-CDDC216BB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3929062"/>
            <a:ext cx="4000499" cy="248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8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CE39-98BD-0361-1340-E63530B2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740" y="681037"/>
            <a:ext cx="8481060" cy="8429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F7A04-C2A1-40EA-332F-5A04E52C2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740" y="1940560"/>
            <a:ext cx="5554980" cy="4236403"/>
          </a:xfrm>
        </p:spPr>
        <p:txBody>
          <a:bodyPr/>
          <a:lstStyle/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suppliers are there in the database?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 provides the most products?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8E17E-DD97-E9DB-1E5C-6DDA94A15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260" y="1120140"/>
            <a:ext cx="4191000" cy="3061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299901-883C-21FB-4636-2E0FA825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260" y="3429000"/>
            <a:ext cx="419100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76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FDE3-233D-0EB8-3B27-BA6A6DA71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342264"/>
            <a:ext cx="10571480" cy="613981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suppliers are there in the database?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2E5FC-C67F-CAF2-6C7E-50E228D7F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1343660"/>
            <a:ext cx="834136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44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A88EC-3AD9-357B-8B2B-FEC6FD10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89FDB-53C8-F98E-DAC7-05D203AC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808220" cy="4351338"/>
          </a:xfrm>
        </p:spPr>
        <p:txBody>
          <a:bodyPr/>
          <a:lstStyle/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from each supplier?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suppliers contribute the most to total product sales (by revenue)?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786FF-A1D6-82EE-DB73-BD55CD1B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1233488"/>
            <a:ext cx="3931919" cy="2370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1BF0B1-C43D-1389-AA2B-734362A1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1" y="3603625"/>
            <a:ext cx="3931919" cy="218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44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4671-677D-9FA8-9F86-5284FC52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71121-B939-0FD1-A80F-1D5D2D0CF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2580"/>
            <a:ext cx="5128260" cy="4584383"/>
          </a:xfrm>
        </p:spPr>
        <p:txBody>
          <a:bodyPr/>
          <a:lstStyle/>
          <a:p>
            <a:pPr marL="11430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how employees are handling and influencing sales.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employees have processed orders?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employees have handled the most orders?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771F0D-CE8D-84EA-D933-6DAD47115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888" y="1341119"/>
            <a:ext cx="3674651" cy="221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74F64-D303-CE35-9D0B-D34D08B18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888" y="3169920"/>
            <a:ext cx="3674650" cy="198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67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C269-94C2-95EF-F2B8-0130F03C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B9725-D30E-D9CC-C9A6-61A214BB0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7820"/>
            <a:ext cx="4358640" cy="4569143"/>
          </a:xfrm>
        </p:spPr>
        <p:txBody>
          <a:bodyPr/>
          <a:lstStyle/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sales value processed by each employee?</a:t>
            </a:r>
          </a:p>
          <a:p>
            <a:pPr marL="34290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order value handled per employee?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22549-0348-3C68-BB77-6458E3B3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160" y="1264920"/>
            <a:ext cx="4602482" cy="2164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6BC69E-D882-0B90-CA6C-1B0192F5F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160" y="3606800"/>
            <a:ext cx="4602482" cy="224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3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9" y="274320"/>
            <a:ext cx="6102474" cy="793941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deep drive: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51807-EF73-996C-FC9E-4B42D30106B2}"/>
              </a:ext>
            </a:extLst>
          </p:cNvPr>
          <p:cNvSpPr txBox="1"/>
          <p:nvPr/>
        </p:nvSpPr>
        <p:spPr>
          <a:xfrm>
            <a:off x="487680" y="1320801"/>
            <a:ext cx="47955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item-level sale patterns and pricing behavior.</a:t>
            </a:r>
          </a:p>
          <a:p>
            <a:pPr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quantity ordered and total price?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quantity ordered per product?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unit price vary across products and orders?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B0710F-E92A-AAAB-94CF-9867780E7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00" y="1196788"/>
            <a:ext cx="3683000" cy="2316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3CED2E-FF11-D144-22EB-CEFC0E50A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1196788"/>
            <a:ext cx="2540000" cy="2232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408937-D446-3893-E0E9-6DD070367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361" y="3642194"/>
            <a:ext cx="5013960" cy="247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3840" y="465667"/>
            <a:ext cx="4460239" cy="121221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79" y="1684739"/>
            <a:ext cx="1011258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customer orders, product sales, and revenue in a grocery store database.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us understand which products sell more and how customers place orders.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monthly analysis shows how sales and revenue change over time.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By using this data, the business can: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sales in low months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stock in high-demand months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products that perform well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Overall, this analysis helps the business make better decisions and increase profit.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098-0529-B472-5056-1F631A09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2" y="585926"/>
            <a:ext cx="6699558" cy="1251752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1A428-01E5-9008-A394-3C8E20C6A14D}"/>
              </a:ext>
            </a:extLst>
          </p:cNvPr>
          <p:cNvSpPr txBox="1"/>
          <p:nvPr/>
        </p:nvSpPr>
        <p:spPr>
          <a:xfrm>
            <a:off x="516468" y="1769533"/>
            <a:ext cx="55795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table relationships and applying correct joins.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consistency with foreign key constraints.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aggregation across joined  tables.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time-based trends from date data (especially if in VARCHAR format).</a:t>
            </a: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4466DAD-25FF-3D8F-1EEE-78F17B055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4503"/>
            <a:ext cx="9417049" cy="5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790</Words>
  <Application>Microsoft Office PowerPoint</Application>
  <PresentationFormat>Widescreen</PresentationFormat>
  <Paragraphs>101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Libre Baskerville</vt:lpstr>
      <vt:lpstr>Times New Roman</vt:lpstr>
      <vt:lpstr>Calibri</vt:lpstr>
      <vt:lpstr>Office Theme</vt:lpstr>
      <vt:lpstr>PowerPoint Presentation</vt:lpstr>
      <vt:lpstr>About Me:</vt:lpstr>
      <vt:lpstr>Project overview:</vt:lpstr>
      <vt:lpstr>Objectives:</vt:lpstr>
      <vt:lpstr>Data base /Tables:</vt:lpstr>
      <vt:lpstr>Business Questions:</vt:lpstr>
      <vt:lpstr>SQL APPROACH:</vt:lpstr>
      <vt:lpstr> ANALYSIS SLIDES:</vt:lpstr>
      <vt:lpstr>Customer Insights:</vt:lpstr>
      <vt:lpstr>Customer Insights:</vt:lpstr>
      <vt:lpstr>Product Performance:</vt:lpstr>
      <vt:lpstr>Product Performance:</vt:lpstr>
      <vt:lpstr>Sales and Order Trends:</vt:lpstr>
      <vt:lpstr>Sales and Order Trends:</vt:lpstr>
      <vt:lpstr>Supplier Contribution:</vt:lpstr>
      <vt:lpstr>PowerPoint Presentation</vt:lpstr>
      <vt:lpstr>Supplier Contribution:</vt:lpstr>
      <vt:lpstr>Employee Performance:</vt:lpstr>
      <vt:lpstr>Employee Performance:</vt:lpstr>
      <vt:lpstr>Order details deep drive:</vt:lpstr>
      <vt:lpstr>Conclusion:</vt:lpstr>
      <vt:lpstr>Experiences &amp; Challenges: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Borra katchayni</cp:lastModifiedBy>
  <cp:revision>32</cp:revision>
  <dcterms:created xsi:type="dcterms:W3CDTF">2021-02-16T05:19:01Z</dcterms:created>
  <dcterms:modified xsi:type="dcterms:W3CDTF">2026-09-06T06:52:08Z</dcterms:modified>
</cp:coreProperties>
</file>